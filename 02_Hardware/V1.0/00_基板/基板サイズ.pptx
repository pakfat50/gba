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35" d="100"/>
          <a:sy n="35" d="100"/>
        </p:scale>
        <p:origin x="222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64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67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08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3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26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20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09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26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2856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573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8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C8C71-4035-420A-830E-87C6BC6B9B94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F15EA-5A3A-4F65-8C86-EB5E661A64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108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kumimoji="1"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kumimoji="1"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D82D8F9-8266-0C9D-D841-CC728D0BCD99}"/>
              </a:ext>
            </a:extLst>
          </p:cNvPr>
          <p:cNvGrpSpPr/>
          <p:nvPr/>
        </p:nvGrpSpPr>
        <p:grpSpPr>
          <a:xfrm>
            <a:off x="2961436" y="4440069"/>
            <a:ext cx="11525052" cy="10046710"/>
            <a:chOff x="2277437" y="596765"/>
            <a:chExt cx="6962895" cy="583291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DA2867BB-C0C8-E1D0-BAF8-439DB548D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6327"/>
            <a:stretch>
              <a:fillRect/>
            </a:stretch>
          </p:blipFill>
          <p:spPr>
            <a:xfrm>
              <a:off x="2277437" y="2187341"/>
              <a:ext cx="6962895" cy="4242335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D1F938C6-B9FC-F31D-0559-E22414B89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6807"/>
            <a:stretch>
              <a:fillRect/>
            </a:stretch>
          </p:blipFill>
          <p:spPr>
            <a:xfrm>
              <a:off x="2277895" y="596765"/>
              <a:ext cx="6962437" cy="1590575"/>
            </a:xfrm>
            <a:prstGeom prst="rect">
              <a:avLst/>
            </a:prstGeom>
          </p:spPr>
        </p:pic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F8CA25C-AE15-9035-CB26-8DB5F5979EB2}"/>
              </a:ext>
            </a:extLst>
          </p:cNvPr>
          <p:cNvSpPr/>
          <p:nvPr/>
        </p:nvSpPr>
        <p:spPr>
          <a:xfrm>
            <a:off x="4995208" y="4860331"/>
            <a:ext cx="8280000" cy="82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5023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C9036687-7510-1953-86A9-26869315F294}"/>
              </a:ext>
            </a:extLst>
          </p:cNvPr>
          <p:cNvSpPr/>
          <p:nvPr/>
        </p:nvSpPr>
        <p:spPr>
          <a:xfrm>
            <a:off x="5427014" y="5282999"/>
            <a:ext cx="1260000" cy="12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0F52AD5F-6405-1EB9-25DE-190B9829A942}"/>
              </a:ext>
            </a:extLst>
          </p:cNvPr>
          <p:cNvSpPr/>
          <p:nvPr/>
        </p:nvSpPr>
        <p:spPr>
          <a:xfrm>
            <a:off x="11575771" y="5305183"/>
            <a:ext cx="1260000" cy="12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45DE6C9-7A71-AB34-8013-D54DE94617A7}"/>
              </a:ext>
            </a:extLst>
          </p:cNvPr>
          <p:cNvSpPr/>
          <p:nvPr/>
        </p:nvSpPr>
        <p:spPr>
          <a:xfrm>
            <a:off x="6045199" y="5919538"/>
            <a:ext cx="6169259" cy="72207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5023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4A3BC4A-2FF3-6BDD-C20E-A9A3AD3A738C}"/>
              </a:ext>
            </a:extLst>
          </p:cNvPr>
          <p:cNvSpPr txBox="1"/>
          <p:nvPr/>
        </p:nvSpPr>
        <p:spPr>
          <a:xfrm>
            <a:off x="8720028" y="522764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17</a:t>
            </a:r>
            <a:endParaRPr kumimoji="1" lang="ja-JP" altLang="en-US" sz="4400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F9B0CA-04A5-A013-EB4F-AEA72ECFC535}"/>
              </a:ext>
            </a:extLst>
          </p:cNvPr>
          <p:cNvSpPr txBox="1"/>
          <p:nvPr/>
        </p:nvSpPr>
        <p:spPr>
          <a:xfrm>
            <a:off x="12214459" y="861561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20</a:t>
            </a:r>
            <a:endParaRPr kumimoji="1" lang="ja-JP" altLang="en-US" sz="4400" dirty="0">
              <a:solidFill>
                <a:srgbClr val="FF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579FDF-1AD1-AA1C-B99D-2E8317EACC7F}"/>
              </a:ext>
            </a:extLst>
          </p:cNvPr>
          <p:cNvSpPr/>
          <p:nvPr/>
        </p:nvSpPr>
        <p:spPr>
          <a:xfrm>
            <a:off x="6045199" y="12564533"/>
            <a:ext cx="6169259" cy="5757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5023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638650-FBC6-B054-EEF8-6B91F466DAC3}"/>
              </a:ext>
            </a:extLst>
          </p:cNvPr>
          <p:cNvSpPr txBox="1"/>
          <p:nvPr/>
        </p:nvSpPr>
        <p:spPr>
          <a:xfrm>
            <a:off x="12170804" y="12370890"/>
            <a:ext cx="9492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1.6</a:t>
            </a:r>
            <a:endParaRPr kumimoji="1" lang="ja-JP" alt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40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FE8265D-E574-E572-CAD5-726934D302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899"/>
          <a:stretch>
            <a:fillRect/>
          </a:stretch>
        </p:blipFill>
        <p:spPr>
          <a:xfrm>
            <a:off x="4409719" y="4236486"/>
            <a:ext cx="5603268" cy="776253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DAC74B5-BA9A-B076-BCEE-9F7906C0E6A5}"/>
              </a:ext>
            </a:extLst>
          </p:cNvPr>
          <p:cNvSpPr/>
          <p:nvPr/>
        </p:nvSpPr>
        <p:spPr>
          <a:xfrm>
            <a:off x="4995208" y="4860331"/>
            <a:ext cx="4752000" cy="65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5023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9BB8C19-273F-34DD-32E4-B399C005E4C6}"/>
              </a:ext>
            </a:extLst>
          </p:cNvPr>
          <p:cNvSpPr/>
          <p:nvPr/>
        </p:nvSpPr>
        <p:spPr>
          <a:xfrm>
            <a:off x="5811062" y="4972103"/>
            <a:ext cx="1260000" cy="12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7FFD2C29-8CFE-9F5D-8E22-EDF7F50685AE}"/>
              </a:ext>
            </a:extLst>
          </p:cNvPr>
          <p:cNvSpPr/>
          <p:nvPr/>
        </p:nvSpPr>
        <p:spPr>
          <a:xfrm>
            <a:off x="5811062" y="10078603"/>
            <a:ext cx="1260000" cy="12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7C58BDB-8672-B8BF-1BB4-EC895BC5D698}"/>
              </a:ext>
            </a:extLst>
          </p:cNvPr>
          <p:cNvSpPr/>
          <p:nvPr/>
        </p:nvSpPr>
        <p:spPr>
          <a:xfrm>
            <a:off x="6441062" y="5600701"/>
            <a:ext cx="3306146" cy="5105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5023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C65D88A-C785-D195-25DB-7ADA6E18DD7F}"/>
              </a:ext>
            </a:extLst>
          </p:cNvPr>
          <p:cNvSpPr txBox="1"/>
          <p:nvPr/>
        </p:nvSpPr>
        <p:spPr>
          <a:xfrm>
            <a:off x="5185730" y="7537338"/>
            <a:ext cx="12506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14.2</a:t>
            </a:r>
            <a:endParaRPr kumimoji="1" lang="ja-JP" altLang="en-US" sz="4400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10C564-B26B-F2BA-228F-4A1472542017}"/>
              </a:ext>
            </a:extLst>
          </p:cNvPr>
          <p:cNvSpPr txBox="1"/>
          <p:nvPr/>
        </p:nvSpPr>
        <p:spPr>
          <a:xfrm>
            <a:off x="7371208" y="4968199"/>
            <a:ext cx="9492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9.2</a:t>
            </a:r>
            <a:endParaRPr kumimoji="1" lang="ja-JP" altLang="en-US" sz="4400" dirty="0">
              <a:solidFill>
                <a:srgbClr val="FF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2B2D804-6C50-47D2-93F3-9B57D409F9B9}"/>
              </a:ext>
            </a:extLst>
          </p:cNvPr>
          <p:cNvSpPr txBox="1"/>
          <p:nvPr/>
        </p:nvSpPr>
        <p:spPr>
          <a:xfrm>
            <a:off x="6843472" y="3981162"/>
            <a:ext cx="12506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13.2</a:t>
            </a:r>
            <a:endParaRPr kumimoji="1" lang="ja-JP" altLang="en-US" sz="4400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75FD079-B62F-39F6-B5F3-4A7993D563B7}"/>
              </a:ext>
            </a:extLst>
          </p:cNvPr>
          <p:cNvSpPr txBox="1"/>
          <p:nvPr/>
        </p:nvSpPr>
        <p:spPr>
          <a:xfrm>
            <a:off x="9815272" y="7922058"/>
            <a:ext cx="12506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18.3</a:t>
            </a:r>
            <a:endParaRPr kumimoji="1" lang="ja-JP" alt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26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CC40B3E6-8BA3-EC9B-B0C7-061371965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423" y="5504508"/>
            <a:ext cx="7354326" cy="762106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42B9691-2045-4745-1EB2-BA88D4A45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264" y="3834581"/>
            <a:ext cx="10604273" cy="10960919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72A71E7-E09F-3EEC-10B9-8B2C005F79F8}"/>
              </a:ext>
            </a:extLst>
          </p:cNvPr>
          <p:cNvSpPr/>
          <p:nvPr/>
        </p:nvSpPr>
        <p:spPr>
          <a:xfrm>
            <a:off x="6300331" y="5940331"/>
            <a:ext cx="5400000" cy="612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5023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00F14EB-2B29-FB31-8F59-0D5FFDC9DD9D}"/>
              </a:ext>
            </a:extLst>
          </p:cNvPr>
          <p:cNvSpPr/>
          <p:nvPr/>
        </p:nvSpPr>
        <p:spPr>
          <a:xfrm>
            <a:off x="7565232" y="11430000"/>
            <a:ext cx="2967301" cy="6303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5023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535FA250-6D15-78C1-B145-28D1994D152E}"/>
              </a:ext>
            </a:extLst>
          </p:cNvPr>
          <p:cNvSpPr/>
          <p:nvPr/>
        </p:nvSpPr>
        <p:spPr>
          <a:xfrm>
            <a:off x="7421232" y="11286603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35469A4-F531-19D9-3497-CF6455302DE3}"/>
              </a:ext>
            </a:extLst>
          </p:cNvPr>
          <p:cNvSpPr txBox="1"/>
          <p:nvPr/>
        </p:nvSpPr>
        <p:spPr>
          <a:xfrm>
            <a:off x="10491101" y="11360444"/>
            <a:ext cx="12506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1.75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8A9061-7AF3-548B-3A16-CE8947E68FFD}"/>
              </a:ext>
            </a:extLst>
          </p:cNvPr>
          <p:cNvSpPr txBox="1"/>
          <p:nvPr/>
        </p:nvSpPr>
        <p:spPr>
          <a:xfrm>
            <a:off x="7090582" y="10660559"/>
            <a:ext cx="9492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0.8</a:t>
            </a:r>
          </a:p>
        </p:txBody>
      </p:sp>
    </p:spTree>
    <p:extLst>
      <p:ext uri="{BB962C8B-B14F-4D97-AF65-F5344CB8AC3E}">
        <p14:creationId xmlns:p14="http://schemas.microsoft.com/office/powerpoint/2010/main" val="275267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1108F76-1900-EBBD-2632-70EE6BACD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934" y="5264002"/>
            <a:ext cx="7269000" cy="1011620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A14FCB-13F3-46EA-4E10-37F340C5D54E}"/>
              </a:ext>
            </a:extLst>
          </p:cNvPr>
          <p:cNvSpPr/>
          <p:nvPr/>
        </p:nvSpPr>
        <p:spPr>
          <a:xfrm>
            <a:off x="6300331" y="5940331"/>
            <a:ext cx="5400000" cy="612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5023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F1928C4-0156-51F7-C44F-8630BDD158EE}"/>
              </a:ext>
            </a:extLst>
          </p:cNvPr>
          <p:cNvSpPr/>
          <p:nvPr/>
        </p:nvSpPr>
        <p:spPr>
          <a:xfrm>
            <a:off x="8115350" y="13421159"/>
            <a:ext cx="1440000" cy="14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17AF07-41C9-0045-DFA8-1A248DB4DF4F}"/>
              </a:ext>
            </a:extLst>
          </p:cNvPr>
          <p:cNvSpPr txBox="1"/>
          <p:nvPr/>
        </p:nvSpPr>
        <p:spPr>
          <a:xfrm>
            <a:off x="8210018" y="14995486"/>
            <a:ext cx="14478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solidFill>
                  <a:srgbClr val="FF0000"/>
                </a:solidFill>
              </a:rPr>
              <a:t>4mm</a:t>
            </a:r>
          </a:p>
        </p:txBody>
      </p:sp>
    </p:spTree>
    <p:extLst>
      <p:ext uri="{BB962C8B-B14F-4D97-AF65-F5344CB8AC3E}">
        <p14:creationId xmlns:p14="http://schemas.microsoft.com/office/powerpoint/2010/main" val="3494850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11692</TotalTime>
  <Words>10</Words>
  <Application>Microsoft Office PowerPoint</Application>
  <PresentationFormat>ユーザー設定</PresentationFormat>
  <Paragraphs>10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naoto hirabayashi</dc:creator>
  <cp:lastModifiedBy>naoto hirabayashi</cp:lastModifiedBy>
  <cp:revision>7</cp:revision>
  <dcterms:created xsi:type="dcterms:W3CDTF">2025-10-23T18:36:59Z</dcterms:created>
  <dcterms:modified xsi:type="dcterms:W3CDTF">2025-11-19T00:02:41Z</dcterms:modified>
</cp:coreProperties>
</file>